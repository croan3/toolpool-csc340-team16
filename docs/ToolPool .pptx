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Merriweath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erriweather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4c2b4e043874337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4c2b4e043874337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bdac1abb2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bdac1abb2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bdac1abb2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bdac1abb2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dac1abb2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bdac1abb2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bdac1abb2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bdac1abb2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dac1abb2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bdac1abb2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542808" y="8274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ToolPool</a:t>
            </a:r>
            <a:endParaRPr sz="56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945775" y="3586075"/>
            <a:ext cx="8922600" cy="13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</a:rPr>
              <a:t>Christopher Roan</a:t>
            </a:r>
            <a:endParaRPr sz="24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</a:rPr>
              <a:t>Nobert Akas</a:t>
            </a:r>
            <a:endParaRPr sz="24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</a:rPr>
              <a:t>Fall, 2026</a:t>
            </a:r>
            <a:endParaRPr sz="2400">
              <a:solidFill>
                <a:schemeClr val="accent1"/>
              </a:solidFill>
            </a:endParaRPr>
          </a:p>
        </p:txBody>
      </p:sp>
      <p:pic>
        <p:nvPicPr>
          <p:cNvPr descr="Shovel icon, construction tool (Provided by Getty Images)"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569825"/>
            <a:ext cx="1930476" cy="193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Highlights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Main Page + Tool Listings Preview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Active Tool Listings Page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Tool Posting Page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Sign-up Page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System Administration dashboard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Page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&amp;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Preview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Goal: Showcase what the app is for and to attract users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Includes a list of available tool postings, similar to Facebook Marketplace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Navigation to show all tool listings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Navigation</a:t>
            </a:r>
            <a:r>
              <a:rPr lang="en" sz="1600"/>
              <a:t> to post a tool to be rented out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Navigating past the main page will prompt the user to create an account to access full functionality of the app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 Tool Listings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US: “I want to redo my deck for my house, but I don’t want to buy a $500 table saw to use just this once.”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Users are able to view </a:t>
            </a:r>
            <a:r>
              <a:rPr lang="en" sz="1500"/>
              <a:t>available</a:t>
            </a:r>
            <a:r>
              <a:rPr lang="en" sz="1500"/>
              <a:t> tool listings for rent.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Listings show the tools name, the person’s name, description, and contact information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Allows users to make informed decisions on what they want to use.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Posting Tools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US: “I bought a table saw to build a deck for my house, but I </a:t>
            </a:r>
            <a:r>
              <a:rPr lang="en" sz="1500"/>
              <a:t>haven’t</a:t>
            </a:r>
            <a:r>
              <a:rPr lang="en" sz="1500"/>
              <a:t> used it since. I want to be able to get some more money out of it, but I may use it again in the future.”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Users are able to easily create a new listing for their tools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Users fill out a form and then create new </a:t>
            </a:r>
            <a:r>
              <a:rPr lang="en" sz="1500"/>
              <a:t>listings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Users must fill out the form to post a new listing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Sign-up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Required to use ToolPool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Simple HTML form that will send account information to backend DB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Allows users to save settings such as location and </a:t>
            </a:r>
            <a:r>
              <a:rPr lang="en" sz="2200"/>
              <a:t>other preferences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Allows for tracking of user transactions on sys admin side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Allows for user reviews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Administration Dashboard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Allows system administrators to monitor active listings and users, disputes, and infractions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Goal is to help protect users of the application from fraud and abuse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